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6E0B-89F0-894F-816A-18CFE54A0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7822A-C57D-AB33-7297-EC0F74745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8C5B-C276-E67A-4A93-4D784CB1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47302-318D-CBAC-29A9-64D4DA3D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5147-5DDD-DC2A-6D58-0BA085FA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7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25DE-76B9-5FF3-6D13-AE1C5B1D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ACEC-5B2E-DFC9-C446-F22FC9F24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87F0-6C5E-47F4-8FF5-BDA91CD8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DB0CC-68B7-13ED-A478-D35CBCAF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EAFB4-AEF5-723E-C7E2-A7E4B8C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5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6102-A2C4-1D15-5BE3-CB696F38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C91D5-1CE2-0C1A-AA94-F39CBEC41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747BC-C469-AF55-4056-436A3B9B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3CE74-E87F-E193-322C-7EFC86B5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94F6-325D-EDC2-5684-28111080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96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16FBC-D919-3B9C-85EF-DF6BE898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A6AAF-3EA2-F35C-6846-605CEF07E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DA1A0-F14C-CBB8-333D-F976FD8CE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413BE-9FF3-A356-0C61-970552BF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ABAC-2543-BC99-087C-FA3D4942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C3A40-9E61-72C9-818D-8058C89C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26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EC0C-DCF1-E0AB-D3E4-D150C3A9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BA895-6AF1-5D02-52B2-92A064544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F6344-462D-55EC-7BBB-DEAADD851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4A051-9048-11D0-C6C0-06047F43A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C3B1F0-C78F-24B1-44A3-C6FF7FF9C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C5DF6-E3C3-E49B-1B58-B53A64CD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EB065-5834-7A2A-C346-B6668DCA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00799-66A4-509D-7CBE-C4FDC9C5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535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095E-E06D-F17B-889D-D047414A3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1C123-CE8C-332B-82E1-2CC7D852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01A7F-87AA-F104-58ED-16CE0373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6E6A0-8ED5-4FE9-8641-6A847962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9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9D5B6-E2D2-A45A-C71A-B316749C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7270C-E325-D5B1-D166-BD582FE9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A614B-95B7-2622-87E9-5C59876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07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396D4-EAB4-DFBD-1F63-9D95610C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27EF-07DA-11D7-EFA4-8CD3C51AE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1F4DF-137C-7994-AA87-F1B28ABCD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0DE7B-4618-EFE1-8DC5-AF79C83B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EE20E-7DA6-0395-707A-07006AD5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A87CF-AE3A-0A8D-7A53-E37E75F2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0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92D7-9E61-0889-24F7-B0CE04E6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03CB3-2EE9-5F23-DF75-0D03936A6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73980-6B9D-511C-63D4-D1F70590A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C87CE-5B3B-C542-04E3-9F579E9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C0AFC-1A0F-3C1E-8841-34A7F41B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F1272-36ED-0AEA-FEF1-9493A3C8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6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FE4A-2936-DC74-7D7E-64809DBF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77CB4-969D-D7F6-6DCC-25FC2C477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289A-3DB0-9ED8-FA01-A194FC57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59CE8-3339-4A4B-681E-41B44985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80FE6-F3AF-B62A-0DEA-06EDF1B4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13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6787B-DAC7-A3C6-24A4-65BF529CA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40AAF-6B70-9B86-3BE6-D7B9CFCE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FC534-8DDE-B5B1-D0E3-8E903993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7B1AC-5982-1EF3-9930-68AE3373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AD8D-2563-5E3B-12DD-D3D30DB6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0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32AD5-2381-F486-A016-8FCB3B06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C154C-3AED-E5BE-B874-7580BF97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1BB8F-674A-D36D-D7A0-7BB424127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0374D-4F16-40D1-B3D6-2B8EDBFA21BD}" type="datetimeFigureOut">
              <a:rPr lang="en-IN" smtClean="0"/>
              <a:t>11-07-26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DE288-F262-DF83-8FC6-883BB2F89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5400D-F8E1-8DB9-96DD-E827264A8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5E98B-E1AE-4530-90B0-32E5A3B80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79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D02F30F-AACF-32C7-C9E6-C17901419D2A}"/>
              </a:ext>
            </a:extLst>
          </p:cNvPr>
          <p:cNvSpPr/>
          <p:nvPr/>
        </p:nvSpPr>
        <p:spPr>
          <a:xfrm>
            <a:off x="10414000" y="3556000"/>
            <a:ext cx="2540000" cy="2540000"/>
          </a:xfrm>
          <a:prstGeom prst="ellipse">
            <a:avLst/>
          </a:prstGeom>
          <a:solidFill>
            <a:srgbClr val="06B6D4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F2C16A-FDC3-411E-EEE2-C8E4E23B9E0D}"/>
              </a:ext>
            </a:extLst>
          </p:cNvPr>
          <p:cNvSpPr/>
          <p:nvPr/>
        </p:nvSpPr>
        <p:spPr>
          <a:xfrm>
            <a:off x="8890000" y="-1016000"/>
            <a:ext cx="5080000" cy="5080000"/>
          </a:xfrm>
          <a:prstGeom prst="ellipse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D2A3C-044F-207B-DA14-E6849D480F19}"/>
              </a:ext>
            </a:extLst>
          </p:cNvPr>
          <p:cNvSpPr txBox="1"/>
          <p:nvPr/>
        </p:nvSpPr>
        <p:spPr>
          <a:xfrm>
            <a:off x="1016000" y="2032000"/>
            <a:ext cx="1016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400" b="1">
                <a:solidFill>
                  <a:srgbClr val="FFFFFF"/>
                </a:solidFill>
                <a:latin typeface="Segoe UI" panose="020B0502040204020203" pitchFamily="34" charset="0"/>
              </a:rPr>
              <a:t>AI &amp; 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2662E8-A8E2-05D5-FCA9-BE4381AD79BC}"/>
              </a:ext>
            </a:extLst>
          </p:cNvPr>
          <p:cNvSpPr/>
          <p:nvPr/>
        </p:nvSpPr>
        <p:spPr>
          <a:xfrm>
            <a:off x="1016000" y="3302000"/>
            <a:ext cx="2540000" cy="508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221ED-26F0-7F07-2CF3-A3F513F0F56D}"/>
              </a:ext>
            </a:extLst>
          </p:cNvPr>
          <p:cNvSpPr txBox="1"/>
          <p:nvPr/>
        </p:nvSpPr>
        <p:spPr>
          <a:xfrm>
            <a:off x="1016000" y="3556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94A3B8"/>
                </a:solidFill>
                <a:latin typeface="Segoe UI" panose="020B0502040204020203" pitchFamily="34" charset="0"/>
              </a:rPr>
              <a:t>Summer Internship Project Portfolio
Recreated 11 Streamlit Web Applications</a:t>
            </a:r>
            <a:endParaRPr lang="en-IN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2AAA0-C855-75BA-E212-8A0CCCEC6A69}"/>
              </a:ext>
            </a:extLst>
          </p:cNvPr>
          <p:cNvSpPr txBox="1"/>
          <p:nvPr/>
        </p:nvSpPr>
        <p:spPr>
          <a:xfrm>
            <a:off x="1016000" y="5080000"/>
            <a:ext cx="1016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B923C"/>
                </a:solidFill>
                <a:latin typeface="Segoe UI" panose="020B0502040204020203" pitchFamily="34" charset="0"/>
              </a:rPr>
              <a:t>Presented by Owais Khan â€¢ Developed in Streamlit &amp; Python</a:t>
            </a:r>
            <a:endParaRPr lang="en-IN" sz="1300" b="1">
              <a:solidFill>
                <a:srgbClr val="FB923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459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078654-8F18-F3E6-3133-087786665A8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BDD8F2-5BEC-DB9E-5659-59C2AB3772C0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DATA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86F8B-3D59-6D7B-1C30-9E7CB4F47F75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01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9EEA9-BD27-B93A-E218-5396C17CA0E2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Google Play Store Data Visualization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00FFD-2205-5F8D-D0D0-909D10477B34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Interactive dashboard to explore Android app market trends, user ratings, and installations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12976-0C23-BF23-6EFA-DDA961F0293C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3B28D-DF76-64F6-6347-D9B9885FCADB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E4923-8325-AEC3-B52E-D41FED75CE1C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Analyzes app sizes, ratings, pricing, and category distribution.
- Interactive sidebar filters for categories, app type, and ratings.
- Polished visualizations using dynamic Plotly charts.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2F4DF5-1E91-B994-5133-C93B43B488C6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Plotly, Pandas, NumPy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F9D62D-73BC-FA8A-E30D-696F30B21CEB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73BFAF-63ED-1A04-8DA3-6F201C3806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69281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CEF332-129C-4147-4EFA-CEA776112B8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FEBB7B-EDE1-DFCE-8947-C66E355FE937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DATA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A40F0-A86B-85F5-8C1F-66CB30F87991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02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9FF50-6304-038E-BF48-31597A639E95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Airbnb NYC Outliers Percentile Clipping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EA9D5-65C8-1823-BABB-D0EFDC07E099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Statistical data cleaning dashboard that detects and filters outliers in NYC housing listing prices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D168E-28FE-A8AC-6F01-75886C4EF302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D7E15-93C6-A602-932E-294A6AE9DDC1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94E9-6530-44CA-B70A-9CFEF6D7C6EB}"/>
              </a:ext>
            </a:extLst>
          </p:cNvPr>
          <p:cNvSpPr txBox="1"/>
          <p:nvPr/>
        </p:nvSpPr>
        <p:spPr>
          <a:xfrm>
            <a:off x="508000" y="2921000"/>
            <a:ext cx="3810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Interactive percentile sliders (e.g., P1 to P99 clipping).
- Compares data distributions before and after outlier removal.
- Geographical map visualizations of listing locations.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90BE2B-F938-EFA1-6485-B5A513963B54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Plotly, Pandas, NumPy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A235EA-3B78-4B31-5281-C4F87F916C05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C71B3C-BD0D-CDEE-E5D6-761362B797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484959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D5D087-ED67-EA96-005E-BF4365462E7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A0C30B-94E9-39F9-BC7A-74FA458D4600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COMPUTER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E93BD-7050-AF6B-F8F7-734C697B4305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03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A4C0-4987-0690-E4A5-1EF6628B4040}"/>
              </a:ext>
            </a:extLst>
          </p:cNvPr>
          <p:cNvSpPr txBox="1"/>
          <p:nvPr/>
        </p:nvSpPr>
        <p:spPr>
          <a:xfrm>
            <a:off x="508000" y="7874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200" b="1">
                <a:solidFill>
                  <a:srgbClr val="FFFFFF"/>
                </a:solidFill>
                <a:latin typeface="Segoe UI" panose="020B0502040204020203" pitchFamily="34" charset="0"/>
              </a:rPr>
              <a:t>Cat vs Dog Image Classifier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771A8C-0629-F19E-50B7-332DFB1D9A9F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Computer Vision app classifying uploaded images of cats and dogs using machine learning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A3A89-A259-DEC4-786B-46F3734E0B17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43865-DCA2-3707-91A0-1878EE88A723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D9836-0EF0-88A2-81DC-36E0E85BF9BB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Drag-and-drop file uploader for JPG/PNG images.
- SVM classifier trained on image features with standard scaling.
- Displays real-time confidence scores and probability break-downs.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9A2213-33C3-5044-8618-BF310FDEB4C0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Scikit-learn, PIL, NumPy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4635AB-F529-5CF8-7F0F-24CA8CAA3068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B95409-ACBF-6DD2-AC41-38419B38B1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188709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D62072-127A-8FC7-C807-D70D20EF8208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2C4860-D20A-763C-CC94-EAC331FF8B25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HR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E33AD-589B-B6C5-29B6-FB6DFB2CAFEC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04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B943F-DDD6-3D99-72BA-102E8F27B310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Employee Retention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AA177-36C8-C533-6D05-942EF9C4BC02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Human Resources analytics platform investigating factors driving employee resignation rates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3C01B8-C20B-2ED5-B089-FD7BE263F99A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B9B84-CE8B-E886-BF28-8AE7819377E2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5B3C5-9E0C-FD24-FA12-7BBF2D6361E6}"/>
              </a:ext>
            </a:extLst>
          </p:cNvPr>
          <p:cNvSpPr txBox="1"/>
          <p:nvPr/>
        </p:nvSpPr>
        <p:spPr>
          <a:xfrm>
            <a:off x="508000" y="2921000"/>
            <a:ext cx="3810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Departmental attrition analysis showing which roles have highest turnover.
- Salary level comparisons highlighting the impact of compensation.
- Interactive filtering widgets for tailored exploration of data.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C166AD-F30E-5B9C-DCCF-2F5DB94BC67C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Plotly, Pandas, NumPy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D34F5C-5E8F-3EBD-E7C5-D5148A1EA9EB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0CC083-20EA-A724-DE09-558EDDB0AD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3116820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370052-5213-4EB7-B915-7F69A87923B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0A8412-F16E-1EFB-C7B1-81F27FE1F3F3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UNSUPERVISED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C8B07-2436-BAD9-09F5-2EDC2745AA4E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05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4BBE5-9924-946D-D276-860413C90A4C}"/>
              </a:ext>
            </a:extLst>
          </p:cNvPr>
          <p:cNvSpPr txBox="1"/>
          <p:nvPr/>
        </p:nvSpPr>
        <p:spPr>
          <a:xfrm>
            <a:off x="508000" y="7874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K-Means Income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F4329F-5212-AB59-303A-A41BA42750B3}"/>
              </a:ext>
            </a:extLst>
          </p:cNvPr>
          <p:cNvSpPr txBox="1"/>
          <p:nvPr/>
        </p:nvSpPr>
        <p:spPr>
          <a:xfrm>
            <a:off x="508000" y="1714500"/>
            <a:ext cx="381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Unsupervised learning app grouping customers into distinct demographic segments based on age and income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CDE7F-84E0-8673-18EB-7A74E40A37AA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D24F5-3C7E-48F6-D74B-D28E17AC4C7A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C754E-C100-9B64-FF06-90C7BA706E80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Dynamic cluster count selector (K slider) for rapid iteration.
- Elbow method chart built-in for finding optimal cluster count.
- Interactive scatter plots visualizing cluster centroids.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513726-2673-08EF-1FB9-535DFBC380EE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Scikit-learn, Plotly, Pandas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03DAFC-0D67-A2C4-4706-B42BC97BA019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2EAA2D-85A9-40EE-4AA5-6431670A55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1859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B6FAB3-6641-7537-0466-2FFC76A0534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E8EFA3-1D70-959E-9575-29C532A47E3B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SUPERVISED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B02A1-89DE-23D8-619E-0EFEC77982CD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06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8BA8A-C66A-7ED8-D3EA-269A69B5F2EA}"/>
              </a:ext>
            </a:extLst>
          </p:cNvPr>
          <p:cNvSpPr txBox="1"/>
          <p:nvPr/>
        </p:nvSpPr>
        <p:spPr>
          <a:xfrm>
            <a:off x="508000" y="7874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House Price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F349A-4C94-F2A1-F2DB-2D05B7A983F9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Predictive modeling application estimating real estate valuations based on square footage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3F4BEC-A9D0-24FD-44A4-1538588EF9A8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FDCF5-0FDE-A615-0778-50089522DFF8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17582-E8E7-8B6B-14CC-D2D4256378DD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Interactive area input box with instantaneous prediction response.
- Real-time linear regression line fitting to visualize trends.
- Displays slope and intercept parameters for mathematical transparency.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369F7F-22D5-B45D-DDAB-B702DB500B09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Scikit-learn, Plotly, Pandas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139261-3968-1B22-BAA7-75F6244059F7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932DA1-0FE6-7CBA-D965-F9A09ED32D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115048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530233-3975-F5A7-EC08-D487EF12FE8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98AB93-BDE0-C05C-2350-E2EC873E3A90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SUPERVISED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C2F10-B022-60D4-86DA-5F37170D8F99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07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ABA07-111A-27E2-FC72-EDDCDC2FB477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Insurance 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A4D21-FCE3-3C86-89A6-3E05322D8752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Classification model predicting whether a customer will purchase insurance based on age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7FBF7-181D-AE7E-C547-D11514D74248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61726-7F1D-6ABF-DCF8-FB517C783011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2047C-0A1C-6DAA-66A2-46B513761DBB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Probability sigmoid curve visualization mapping predictions.
- Decision boundary locator at 40.5 years shown on the graph.
- Interactive age input slider with probability estimation.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1B287A-6C36-8EA9-F101-F8DB2B999430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Scikit-learn, Plotly, Pandas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69B8B-336D-BA4E-E88A-EBD87A7F4BA4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FB7F25-F45E-84A9-A124-F42A8E9163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281715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8D8676-1337-91AA-435E-6892914398D3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688EC9-5668-7FB9-1425-761003CEA776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NLP &amp; LLM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9E87A-2C2C-FD77-D9C9-C23B6D7532A7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08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7C459-18B5-FBA4-645C-454BF0E36204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Samsung Washing Machine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6FF98-B39D-8AD4-9BEC-7DC051B9B2E1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AI-powered conversational assistant answering questions about user manuals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5009E9-5CC9-642C-29D5-080D5041FE8F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448C3-D323-8F91-C47B-73862E44CBC1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6A4F3-8A3D-8D30-4F5B-EF3568CD1A1E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Segoe UI" panose="020B0502040204020203" pitchFamily="34" charset="0"/>
              </a:rPr>
              <a:t>- PDF/HTML manual ingestion for custom context retrieval.
- Contextual conversational Q&amp;A system powered by LLMs.
- Built-in demo/mock mode fallback for offline testing without API keys.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50EFF9-CAAB-41CB-579D-03AC8D263977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LangChain, OpenAI, Chromadb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8B1502-79B4-9F19-48F3-27E57A565F32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6F8019-3E72-0DB9-E2AB-C3ACF32E52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95779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8A3385-F63A-318F-1B01-3313CA172BE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0D8350-86F9-F97E-C075-2A5BB19FFDC3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DEEP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15A3B-2A48-5E70-C13A-C4BAA11F6F0B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09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F5905-8A52-41CA-7A1D-4B3B01462BE7}"/>
              </a:ext>
            </a:extLst>
          </p:cNvPr>
          <p:cNvSpPr txBox="1"/>
          <p:nvPr/>
        </p:nvSpPr>
        <p:spPr>
          <a:xfrm>
            <a:off x="508000" y="787400"/>
            <a:ext cx="381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Male vs Female Classifier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877E4-FE2C-6E15-1534-21DF7A3293DC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High-accuracy face classification app identifying gender from uploaded photos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BB96D-1632-4E56-AE72-8944C3ECD0AA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01A5D-9E3B-F710-1269-88A8F4E5D85C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10BC5-1D38-361C-F04B-8EA2007E48F1}"/>
              </a:ext>
            </a:extLst>
          </p:cNvPr>
          <p:cNvSpPr txBox="1"/>
          <p:nvPr/>
        </p:nvSpPr>
        <p:spPr>
          <a:xfrm>
            <a:off x="508000" y="2921000"/>
            <a:ext cx="3810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Segoe UI" panose="020B0502040204020203" pitchFamily="34" charset="0"/>
              </a:rPr>
              <a:t>- DeepFace CNN architecture utilizing pre-trained deep learning.
- Bypasses external cascades via skip-detection mode for robust hosting.
- Real-time confidence scores for Male/Female classification.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5293F1-A5B6-FB1D-5660-45EAC824FB7B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DeepFace, TensorFlow, OpenCV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18CC0E-3A60-195B-AC7D-99C05334BC21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EF4818-482B-8E76-88D8-C7A4B7F316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125303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FE3529-2CA8-EB1C-03C0-AC4C0A059B1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23FF24-EA3B-B265-623A-0263C839654C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UNSUPERVISED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7BCCE-5876-B409-7708-A60F40AA99E7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10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D36CA-62D9-3D90-F6EF-C0753DFCFB51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Iris Flower K-Means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1A5FD-56DE-E6E0-FCA7-3DAC32995FC5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Classic ML clustering visualization analyzing the biological features of Iris flowers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9C4492-91CB-AEE5-556B-2D6A65A88788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FB92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0E338-BA1F-4845-FAA2-D6DA499E6523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CC5FD-96ED-A5E2-5F6F-A5D622CBBE8B}"/>
              </a:ext>
            </a:extLst>
          </p:cNvPr>
          <p:cNvSpPr txBox="1"/>
          <p:nvPr/>
        </p:nvSpPr>
        <p:spPr>
          <a:xfrm>
            <a:off x="508000" y="2921000"/>
            <a:ext cx="3810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Pair-wise feature selection dropdowns for sepal/petal dimensions.
- Side-by-side comparison of K-Means clusters and actual species.
- Dynamic centroids mapped to scatter plot in real-time.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C9B5C4-57BD-7620-3442-00FFD513F748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Scikit-learn, Plotly, NumPy</a:t>
            </a:r>
            <a:endParaRPr lang="en-IN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1A28D1-F2E2-3D75-D1E7-7D7A86477E37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6F4098-D50F-760C-8C32-65A02F7358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538052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91D0C-B53D-1FCF-B646-385E389E01A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C013B8-129B-825B-AF76-E94F4590BAF8}"/>
              </a:ext>
            </a:extLst>
          </p:cNvPr>
          <p:cNvSpPr/>
          <p:nvPr/>
        </p:nvSpPr>
        <p:spPr>
          <a:xfrm>
            <a:off x="508000" y="457200"/>
            <a:ext cx="1651000" cy="254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Segoe UI" panose="020B0502040204020203" pitchFamily="34" charset="0"/>
              </a:rPr>
              <a:t>DEEP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2081B-927D-12DF-B437-6A13C8E45A4F}"/>
              </a:ext>
            </a:extLst>
          </p:cNvPr>
          <p:cNvSpPr txBox="1"/>
          <p:nvPr/>
        </p:nvSpPr>
        <p:spPr>
          <a:xfrm>
            <a:off x="2349500" y="457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 b="1">
                <a:solidFill>
                  <a:srgbClr val="94A3B8"/>
                </a:solidFill>
                <a:latin typeface="Segoe UI" panose="020B0502040204020203" pitchFamily="34" charset="0"/>
              </a:rPr>
              <a:t>PROJECT 11 OF 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42D49-C927-6ADB-42C3-A2F361BB0AC0}"/>
              </a:ext>
            </a:extLst>
          </p:cNvPr>
          <p:cNvSpPr txBox="1"/>
          <p:nvPr/>
        </p:nvSpPr>
        <p:spPr>
          <a:xfrm>
            <a:off x="508000" y="787400"/>
            <a:ext cx="381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COVID-19 Chest X-Ray Detector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24212-D4A4-D549-DBAE-80816B05E94A}"/>
              </a:ext>
            </a:extLst>
          </p:cNvPr>
          <p:cNvSpPr txBox="1"/>
          <p:nvPr/>
        </p:nvSpPr>
        <p:spPr>
          <a:xfrm>
            <a:off x="508000" y="1714500"/>
            <a:ext cx="381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94A3B8"/>
                </a:solidFill>
                <a:latin typeface="Segoe UI" panose="020B0502040204020203" pitchFamily="34" charset="0"/>
              </a:rPr>
              <a:t>Medical imaging diagnostic app scanning chest X-rays to detect potential COVID-19 infection</a:t>
            </a:r>
            <a:endParaRPr lang="en-IN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969CC-C9D2-67CE-F014-CA6249CEC4D6}"/>
              </a:ext>
            </a:extLst>
          </p:cNvPr>
          <p:cNvSpPr/>
          <p:nvPr/>
        </p:nvSpPr>
        <p:spPr>
          <a:xfrm>
            <a:off x="508000" y="2476500"/>
            <a:ext cx="762000" cy="254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A21A0-CA42-BD9F-DC85-55A8BCF0E8C7}"/>
              </a:ext>
            </a:extLst>
          </p:cNvPr>
          <p:cNvSpPr txBox="1"/>
          <p:nvPr/>
        </p:nvSpPr>
        <p:spPr>
          <a:xfrm>
            <a:off x="508000" y="2603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B923C"/>
                </a:solidFill>
                <a:latin typeface="Segoe UI" panose="020B0502040204020203" pitchFamily="34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6B60E-F27B-AA97-B75D-23B1F601B80D}"/>
              </a:ext>
            </a:extLst>
          </p:cNvPr>
          <p:cNvSpPr txBox="1"/>
          <p:nvPr/>
        </p:nvSpPr>
        <p:spPr>
          <a:xfrm>
            <a:off x="508000" y="2921000"/>
            <a:ext cx="3810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- ResNet/MobileNet deep feature extraction architecture.
- Medical scan viewer showing probability breakdown.
- Visual progress bar showing clinical probability of COVID-19 vs Normal.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A7524E-6986-5FF0-56C4-D46B3283815D}"/>
              </a:ext>
            </a:extLst>
          </p:cNvPr>
          <p:cNvSpPr/>
          <p:nvPr/>
        </p:nvSpPr>
        <p:spPr>
          <a:xfrm>
            <a:off x="508000" y="5397500"/>
            <a:ext cx="3810000" cy="635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06B6D4"/>
                </a:solidFill>
                <a:latin typeface="Segoe UI" panose="020B0502040204020203" pitchFamily="34" charset="0"/>
              </a:rPr>
              <a:t>TECH STACK
Streamlit, TensorFlow, Keras, PIL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C58812-0B9B-5C48-51C7-AC67C4D532A8}"/>
              </a:ext>
            </a:extLst>
          </p:cNvPr>
          <p:cNvSpPr/>
          <p:nvPr/>
        </p:nvSpPr>
        <p:spPr>
          <a:xfrm>
            <a:off x="4445000" y="1143000"/>
            <a:ext cx="7366000" cy="4318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89F984-3269-941C-0B07-BC545C2338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0" y="1333500"/>
            <a:ext cx="6985000" cy="392430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</p:spTree>
    <p:extLst>
      <p:ext uri="{BB962C8B-B14F-4D97-AF65-F5344CB8AC3E}">
        <p14:creationId xmlns:p14="http://schemas.microsoft.com/office/powerpoint/2010/main" val="1051388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CFA47-AD45-5E84-9B3A-6E1D6F9AB325}"/>
              </a:ext>
            </a:extLst>
          </p:cNvPr>
          <p:cNvSpPr txBox="1"/>
          <p:nvPr/>
        </p:nvSpPr>
        <p:spPr>
          <a:xfrm>
            <a:off x="1016000" y="2286000"/>
            <a:ext cx="1016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800" b="1">
                <a:solidFill>
                  <a:srgbClr val="06B6D4"/>
                </a:solidFill>
                <a:latin typeface="Segoe UI" panose="020B0502040204020203" pitchFamily="34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B68ED-D191-9B39-F724-D573D4BEED46}"/>
              </a:ext>
            </a:extLst>
          </p:cNvPr>
          <p:cNvSpPr txBox="1"/>
          <p:nvPr/>
        </p:nvSpPr>
        <p:spPr>
          <a:xfrm>
            <a:off x="1016000" y="3556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 panose="020B0502040204020203" pitchFamily="34" charset="0"/>
              </a:rPr>
              <a:t>All 11 Streamlit apps are successfully deployed and functional.
Ready for final presentation and grading.</a:t>
            </a:r>
            <a:endParaRPr lang="en-IN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7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PresentationFormat>Custom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Owais Khan</dc:creator>
  <cp:lastModifiedBy>Owais Khan</cp:lastModifiedBy>
  <cp:revision>1</cp:revision>
  <dcterms:created xsi:type="dcterms:W3CDTF">2026-07-11T08:17:36Z</dcterms:created>
  <dcterms:modified xsi:type="dcterms:W3CDTF">2026-07-11T08:17:36Z</dcterms:modified>
</cp:coreProperties>
</file>